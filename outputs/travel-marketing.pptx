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68411c96b49b9" /><Relationship Type="http://schemas.openxmlformats.org/officeDocument/2006/relationships/extended-properties" Target="/docProps/app.xml" Id="R74fdcdb527224476" /><Relationship Type="http://schemas.openxmlformats.org/officeDocument/2006/relationships/officeDocument" Target="/ppt/presentation.xml" Id="R323dda4a143f49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ab7614daee4931"/>
  </p:sldMasterIdLst>
  <p:notesMasterIdLst>
    <p:notesMasterId xmlns:r="http://schemas.openxmlformats.org/officeDocument/2006/relationships" r:id="R5525112b7313421e"/>
  </p:notesMasterIdLst>
  <p:sldIdLst>
    <p:sldId xmlns:r="http://schemas.openxmlformats.org/officeDocument/2006/relationships" id="256" r:id="R135e99f9fbbc4758"/>
    <p:sldId xmlns:r="http://schemas.openxmlformats.org/officeDocument/2006/relationships" id="257" r:id="Ra4ec1a2167314d14"/>
    <p:sldId xmlns:r="http://schemas.openxmlformats.org/officeDocument/2006/relationships" id="258" r:id="Ra6852b216f874177"/>
    <p:sldId xmlns:r="http://schemas.openxmlformats.org/officeDocument/2006/relationships" id="259" r:id="R04fa6e91f6024890"/>
    <p:sldId xmlns:r="http://schemas.openxmlformats.org/officeDocument/2006/relationships" id="260" r:id="R07311f1813e54577"/>
    <p:sldId xmlns:r="http://schemas.openxmlformats.org/officeDocument/2006/relationships" id="261" r:id="R4054edb7e2af43a9"/>
    <p:sldId xmlns:r="http://schemas.openxmlformats.org/officeDocument/2006/relationships" id="262" r:id="R8c3ba365e0a14921"/>
    <p:sldId xmlns:r="http://schemas.openxmlformats.org/officeDocument/2006/relationships" id="263" r:id="R8a9f5655bdf04a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33553e1dd470b" /><Relationship Type="http://schemas.openxmlformats.org/officeDocument/2006/relationships/slideMaster" Target="/ppt/slideMasters/slideMaster1.xml" Id="R25ab7614daee4931" /><Relationship Type="http://schemas.openxmlformats.org/officeDocument/2006/relationships/notesMaster" Target="/ppt/notesMasters/notesMaster1.xml" Id="R5525112b7313421e" /><Relationship Type="http://schemas.openxmlformats.org/officeDocument/2006/relationships/presProps" Target="/ppt/presProps.xml" Id="R2feb5b6af40043ca" /><Relationship Type="http://schemas.openxmlformats.org/officeDocument/2006/relationships/tableStyles" Target="/ppt/tableStyles.xml" Id="R8c5ef56842644257" /><Relationship Type="http://schemas.openxmlformats.org/officeDocument/2006/relationships/slide" Target="/ppt/slides/slide1.xml" Id="R135e99f9fbbc4758" /><Relationship Type="http://schemas.openxmlformats.org/officeDocument/2006/relationships/slide" Target="/ppt/slides/slide2.xml" Id="Ra4ec1a2167314d14" /><Relationship Type="http://schemas.openxmlformats.org/officeDocument/2006/relationships/slide" Target="/ppt/slides/slide3.xml" Id="Ra6852b216f874177" /><Relationship Type="http://schemas.openxmlformats.org/officeDocument/2006/relationships/slide" Target="/ppt/slides/slide4.xml" Id="R04fa6e91f6024890" /><Relationship Type="http://schemas.openxmlformats.org/officeDocument/2006/relationships/slide" Target="/ppt/slides/slide5.xml" Id="R07311f1813e54577" /><Relationship Type="http://schemas.openxmlformats.org/officeDocument/2006/relationships/slide" Target="/ppt/slides/slide6.xml" Id="R4054edb7e2af43a9" /><Relationship Type="http://schemas.openxmlformats.org/officeDocument/2006/relationships/slide" Target="/ppt/slides/slide7.xml" Id="R8c3ba365e0a14921" /><Relationship Type="http://schemas.openxmlformats.org/officeDocument/2006/relationships/slide" Target="/ppt/slides/slide8.xml" Id="R8a9f5655bdf04a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be459282234e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9bf01f847d4a13" /><Relationship Type="http://schemas.openxmlformats.org/officeDocument/2006/relationships/notesMaster" Target="/ppt/notesMasters/notesMaster1.xml" Id="R1fcc10b08c31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e3622177ec44ce" /><Relationship Type="http://schemas.openxmlformats.org/officeDocument/2006/relationships/notesMaster" Target="/ppt/notesMasters/notesMaster1.xml" Id="Rede6c45e9e2545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43793b3d79456c" /><Relationship Type="http://schemas.openxmlformats.org/officeDocument/2006/relationships/notesMaster" Target="/ppt/notesMasters/notesMaster1.xml" Id="Rfc327d03802145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324229dfb44157" /><Relationship Type="http://schemas.openxmlformats.org/officeDocument/2006/relationships/notesMaster" Target="/ppt/notesMasters/notesMaster1.xml" Id="R0f36ac3b41fa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e07ec3943b4f68" /><Relationship Type="http://schemas.openxmlformats.org/officeDocument/2006/relationships/notesMaster" Target="/ppt/notesMasters/notesMaster1.xml" Id="Rea979d53ca3c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f6bc36ac6f4f52" /><Relationship Type="http://schemas.openxmlformats.org/officeDocument/2006/relationships/notesMaster" Target="/ppt/notesMasters/notesMaster1.xml" Id="R38307316789f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7cbe04ad2d4f60" /><Relationship Type="http://schemas.openxmlformats.org/officeDocument/2006/relationships/notesMaster" Target="/ppt/notesMasters/notesMaster1.xml" Id="R1d9ddb7ad4814d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e3bc30241f4b01" /><Relationship Type="http://schemas.openxmlformats.org/officeDocument/2006/relationships/notesMaster" Target="/ppt/notesMasters/notesMaster1.xml" Id="Rb540dd62213d41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旅行社行銷教學示範。以旅遊情報週報為基礎，練習需求詢問、客群推薦與諮詢引導。推薦皆為候選，並非已上架產品。資料基準日為2026-10-19，本次未重查即時營運資訊。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這是週報所提出的需求分析框架，不是市場調查結論。現有資料沒有客群規模、需求增長、詢問量或成交統計，不能宣稱某客群正在增加。先詢問興趣與限制，再選擇候選。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親子推薦依週報研究判斷。大安可觀察自然，海生館以海洋展示為主，十三行介紹考古。海生館來源更新較舊，須再核對實際展館。先問孩子年齡與興趣，互動課程及夜宿名額都未確認。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>S01 大安森林公園 https://media.taiwan.net.tw/zh-tw/portal/travel/details/attraction_379000000a_000190</a:t>
            </a:r>
          </a:p>
          <a:p xmlns:a="http://schemas.openxmlformats.org/drawingml/2006/main">
            <a:r>
              <a:t>S03 國立海洋生物博物館 https://media.taiwan.net.tw/en-us/portal/travel/details/attraction_376530000a_000070</a:t>
            </a:r>
          </a:p>
          <a:p xmlns:a="http://schemas.openxmlformats.org/drawingml/2006/main">
            <a:r>
              <a:t>S05 十三行博物館 https://media.taiwan.net.tw/zh-tw/portal/travel/details/tourismservicesite_a15010000h_000173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情侶推薦是依建築、湖景與音樂特色延伸的企劃判斷。北投文物館須確認坡度與接送，向山平台須確認動線及收費。爵士音樂節公告期間2026-10-16至10-25，逐日節目與座位未確認。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>S02 北投文物館 https://media.taiwan.net.tw/zh-tw/portal/travel/details/attraction_a25000000e_000057</a:t>
            </a:r>
          </a:p>
          <a:p xmlns:a="http://schemas.openxmlformats.org/drawingml/2006/main">
            <a:r>
              <a:t>S04 向山眺望平台 https://media.taiwan.net.tw/zh-tw/portal/travel/details/attraction_a15010600h_000032</a:t>
            </a:r>
          </a:p>
          <a:p xmlns:a="http://schemas.openxmlformats.org/drawingml/2006/main">
            <a:r>
              <a:t>S08 2026臺中爵士音樂節 https://www.taiwan.net.tw/m1.aspx?lid=081671&amp;sNo=0001019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熟齡不等於行動不便，也不代表每位旅客都能走同一條路線。可依興趣選大安、北投、十三行或阿里山，接送、坡度、樓層與輔具需另查。阿里山天候及鐵道狀態待確認，不保證日出雲海。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>S01 大安森林公園 https://media.taiwan.net.tw/zh-tw/portal/travel/details/attraction_379000000a_000190</a:t>
            </a:r>
          </a:p>
          <a:p xmlns:a="http://schemas.openxmlformats.org/drawingml/2006/main">
            <a:r>
              <a:t>S02 北投文物館 https://media.taiwan.net.tw/zh-tw/portal/travel/details/attraction_a25000000e_000057</a:t>
            </a:r>
          </a:p>
          <a:p xmlns:a="http://schemas.openxmlformats.org/drawingml/2006/main">
            <a:r>
              <a:t>S05 十三行博物館 https://media.taiwan.net.tw/zh-tw/portal/travel/details/tourismservicesite_a15010000h_000173</a:t>
            </a:r>
          </a:p>
          <a:p xmlns:a="http://schemas.openxmlformats.org/drawingml/2006/main">
            <a:r>
              <a:t>S06 阿里山國家森林遊樂區 https://media.taiwan.net.tw/zh-tw/portal/travel/details/attraction_345040000g_000012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本頁是主題候選，並非已報價或可預訂套裝。依2026-10-19研究資料，三個期間分別為9/12至11/14、10/16至10/25、10/31至11/22。日月潭不是每日有花火，新社尚未開始，所有活動出發前須重查。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>S07 2026日月潭花火音樂嘉年華 https://www.sunmoonlake.gov.tw/Events/Activitys?a=24&amp;id=7</a:t>
            </a:r>
          </a:p>
          <a:p xmlns:a="http://schemas.openxmlformats.org/drawingml/2006/main">
            <a:r>
              <a:t>S08 2026臺中爵士音樂節 https://www.taiwan.net.tw/m1.aspx?lid=081671&amp;sNo=0001019</a:t>
            </a:r>
          </a:p>
          <a:p xmlns:a="http://schemas.openxmlformats.org/drawingml/2006/main">
            <a:r>
              <a:t>S09 2026新社花海暨臺中國際花毯節 https://www.taiwan.net.tw/m1.aspx?lid=081878&amp;sNo=0001019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此頁將週報查證與諮詢步驟轉為建議服務流程，沒有資料證明示範旅行社已具備全部服務。尚未提供旅行社品牌、資歷、認證、實際績效或服務保證，不得自行編造。完成查證後，才可形成正式報價與行程。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諮詢採需求導向。先詢問出遊條件、偏好及移動需求，補查價格、開放與交通後，再討論方案。此簡報的需求摘要僅供現場討論，可手動複製，不收集聯絡資料，也未連接外部表單或傳送服務。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來源：docs/weekly-report.md</a:t>
            </a:r>
          </a:p>
          <a:p xmlns:a="http://schemas.openxmlformats.org/drawingml/2006/main">
            <a:r>
              <a:t>查詢日期：2026-10-19；本次未重新連網查證。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63883516c48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55b2566aa41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96d43767448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517ec910145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f387506b744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4054b316d4d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229396-1C0C-43A8-9D11-F6F6E379F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B49834-8C9F-4DA7-B160-19F9839B68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67BEC1-A549-4F38-BD43-E44B80F60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CC84D4-BD72-4E1A-A0B2-A021547D4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013834-C258-4880-BC74-2A4B1CA6BA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3CFC8A-74A0-4D02-9FE2-5B0456602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FEBB88-5E95-496B-9EF3-BA4DA0D532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25437A-F945-4BAD-9307-482C3E9FC4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A63252-6132-4E02-9293-D7BBE2013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BD35B7-B9C0-407E-82FC-62502599B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1a62e67b1e4a8d" /><Relationship Type="http://schemas.openxmlformats.org/officeDocument/2006/relationships/slideLayout" Target="/ppt/slideLayouts/slideLayout1.xml" Id="Rfa65c7cd09d942d6" /><Relationship Type="http://schemas.openxmlformats.org/officeDocument/2006/relationships/slideLayout" Target="/ppt/slideLayouts/slideLayout2.xml" Id="Re704b3c0e61e487f" /><Relationship Type="http://schemas.openxmlformats.org/officeDocument/2006/relationships/slideLayout" Target="/ppt/slideLayouts/slideLayout3.xml" Id="Rd8bb4b095aa5452c" /><Relationship Type="http://schemas.openxmlformats.org/officeDocument/2006/relationships/slideLayout" Target="/ppt/slideLayouts/slideLayout4.xml" Id="R693576b1dd814958" /><Relationship Type="http://schemas.openxmlformats.org/officeDocument/2006/relationships/slideLayout" Target="/ppt/slideLayouts/slideLayout5.xml" Id="R2e48800efc324614" /><Relationship Type="http://schemas.openxmlformats.org/officeDocument/2006/relationships/slideLayout" Target="/ppt/slideLayouts/slideLayout6.xml" Id="Rd1af9a6b9829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5c7cd09d942d6"/>
    <p:sldLayoutId xmlns:r="http://schemas.openxmlformats.org/officeDocument/2006/relationships" id="2147483650" r:id="Re704b3c0e61e487f"/>
    <p:sldLayoutId xmlns:r="http://schemas.openxmlformats.org/officeDocument/2006/relationships" id="2147483651" r:id="Rd8bb4b095aa5452c"/>
    <p:sldLayoutId xmlns:r="http://schemas.openxmlformats.org/officeDocument/2006/relationships" id="2147483652" r:id="R693576b1dd814958"/>
    <p:sldLayoutId xmlns:r="http://schemas.openxmlformats.org/officeDocument/2006/relationships" id="2147483653" r:id="R2e48800efc324614"/>
    <p:sldLayoutId xmlns:r="http://schemas.openxmlformats.org/officeDocument/2006/relationships" id="2147483654" r:id="Rd1af9a6b9829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6e445955f49e2" /><Relationship Type="http://schemas.openxmlformats.org/officeDocument/2006/relationships/notesSlide" Target="/ppt/notesSlides/notesSlide1.xml" Id="R6046189d16f24d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a5c512f89496e" /><Relationship Type="http://schemas.openxmlformats.org/officeDocument/2006/relationships/notesSlide" Target="/ppt/notesSlides/notesSlide2.xml" Id="Rdc142e0c416142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e8469467a4c62" /><Relationship Type="http://schemas.openxmlformats.org/officeDocument/2006/relationships/notesSlide" Target="/ppt/notesSlides/notesSlide3.xml" Id="R31905cf2e29847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0be914eb54c93" /><Relationship Type="http://schemas.openxmlformats.org/officeDocument/2006/relationships/notesSlide" Target="/ppt/notesSlides/notesSlide4.xml" Id="Re8eaf83ac9d140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8711b927c4503" /><Relationship Type="http://schemas.openxmlformats.org/officeDocument/2006/relationships/notesSlide" Target="/ppt/notesSlides/notesSlide5.xml" Id="Rcf8b8ee5f3ff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2ed41ce01422a" /><Relationship Type="http://schemas.openxmlformats.org/officeDocument/2006/relationships/notesSlide" Target="/ppt/notesSlides/notesSlide6.xml" Id="R1d90181ea9e940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f129adc2747cb" /><Relationship Type="http://schemas.openxmlformats.org/officeDocument/2006/relationships/notesSlide" Target="/ppt/notesSlides/notesSlide7.xml" Id="R2080b52400b44c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79af5ee0c4280" /><Relationship Type="http://schemas.openxmlformats.org/officeDocument/2006/relationships/notesSlide" Target="/ppt/notesSlides/notesSlide8.xml" Id="Ra68cd02db4a14d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4FDB1-7968-4F6F-8480-70D424BB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75400-FB37-4FD0-904C-9865BAD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01 / 課程主題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F435D-7068-4DD9-8774-FAC3D95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9F57E-86B7-4096-A12E-DE441E23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AI 智慧旅行企劃師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5D12B-45E1-44F0-B5D6-3A3008EF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台灣旅行，</a:t>
            </a:r>
          </a:p>
          <a:p xmlns:a="http://schemas.openxmlformats.org/drawingml/2006/main">
            <a:pPr>
              <a:defRPr sz="58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從喜歡的事開始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3058E-3A89-46DA-9C83-9267D183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83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88FA4-5607-43AB-AD3A-0C5344BA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143250" cy="27146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A7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DEDCE-7A93-4EC7-B0A9-3317256E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2333625" cy="1905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CD8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A6AC4-5997-441B-A122-A3A52725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親子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9B57B-A1DE-46B1-BC16-389E8235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一起探索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7C5C7-4281-469E-BB6C-CC07C568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243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情侶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881D1-4878-48DF-AEDC-E33CFE6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共享體驗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C2153-3249-4DD5-807E-CF7BCCCE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243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熟齡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FFFDD-2FD7-4DB7-82BE-1EC3C0A6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67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依興趣慢遊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7A606-C841-4CCD-B042-6A7944A7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A5530-EB9D-4BCA-BE16-EF442353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行銷教學示範　資料基準日 2026-10-19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07C63-E6A4-45A1-92F9-5B990E7D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1972620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A184B-66B2-4E1B-8CD2-F78C19D2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E9858-923F-4A35-BC05-BD23B839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02 / 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AE01E-D572-449F-855C-C6EA3EEB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33BC9-A7E3-4702-BD56-217D9BA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三類需求提問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57C5E-23BF-4D4B-B515-F4ED8632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先了解旅客，</a:t>
            </a:r>
          </a:p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再選目的地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9138F-9F76-435C-B823-E067F511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498F7-B9C3-46E7-BD41-D574F284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E6FA5-2B10-43EE-ABB8-BF7B9887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親子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961E7-14EB-4BD6-A7AF-EBD1E175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孩子想探索什麼？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3E120-DBE4-4918-BCC9-023EABF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FFC83-3764-41F4-94DE-A162D001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644AA-BDA0-4EC0-AE5B-FE40AD49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情侶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C0804-E0D3-429A-8174-47A0A7D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想一起體驗什麼？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349E0-7DDA-4D9B-90EB-6A511854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BF1CE-E803-4245-8897-BDCCAAEE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70385-F6AB-4A96-BDDB-5DE6D13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熟齡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5285F-8361-43A4-9EC5-5016D1D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步行與休息怎麼安排？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0B304-1737-4647-8FD5-C18B2AC7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2482B-0087-4641-8B5B-93B1CDF2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需求分析框架，非市場規模或成長統計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0BCC6-6074-4110-BA4F-D4B5181E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294781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BED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F04D2-4311-4984-A66A-72A5696A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3100B-15B7-48F0-B702-B5F13E48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03 / 親子旅遊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297F7-576B-457E-ADA0-8D9654DE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2E13D-3269-432A-AFB6-0DC8EAC8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生態觀察 × 文化共學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77F02-073E-473A-9794-CB3FE45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把好奇心，</a:t>
            </a:r>
          </a:p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帶進旅行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EA620-6546-4C85-BDA8-FCA9EADB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EAAAE-1BC4-4C8B-B73F-50C98261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9BD89-9264-446F-A234-34613BF7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大安森林公園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7D7D9-9674-4C1B-84D0-324F43C3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都市生態與遊戲空間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DD5B3-5DD7-4FE4-8B5A-EAC54D17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39EC5-50C0-42FD-BB89-988E4F8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57BCD-8C67-491C-AF00-3FADC637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國立海洋生物博物館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D7643-269C-4B79-8304-36301475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海洋生態展示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4FF48-6260-4A67-8AE4-CCA651C1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CC57C-7971-480C-A815-34A8E87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B30B5-62D3-4CAE-ABA9-9C772DD6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十三行博物館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B6DFC-A0DD-43D8-8DAE-522AC6EE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考古與先民生活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64ED6-3C2E-4D31-8323-D1CEC93E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9B9B7-FBD9-4DDE-9A17-C8474417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先確認孩子年齡、興趣與展館開放資訊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368EC-DE5A-4B1A-B71E-62E25E6C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3 /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81D6E-1FF0-4E03-A14F-DE4F282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資料基準 2026-10-19　來源 S01、S03、S05（網址見備註）</a:t>
            </a:r>
          </a:p>
        </p:txBody>
      </p:sp>
    </p:spTree>
    <p:extLst>
      <p:ext uri="{BB962C8B-B14F-4D97-AF65-F5344CB8AC3E}">
        <p14:creationId xmlns:p14="http://schemas.microsoft.com/office/powerpoint/2010/main" val="2137555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DF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94F1A-7862-4F3D-8235-4BE5787D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F7C8B-93AF-4E67-BDEC-065AEDBA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04 / 情侶旅遊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56997-6916-40E7-80C0-B910640D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070CB-665B-493C-9291-3A5A7FA7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建築庭園 × 湖景 × 音樂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16886-C851-4CB6-B979-E6F98DAD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一起看風景，</a:t>
            </a:r>
          </a:p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也一起找共鳴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65A7E-227E-4A85-BCE4-C09984AC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629E7-F542-4D4F-AEF3-397DC669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F8B9D-A965-4C51-AB45-F311CD20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北投文物館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A3444-E1EA-4D38-B6FD-517C2765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日式建築與庭園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B4176-C666-4684-8300-E77BE18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FD437-542D-4862-A7AD-ACE0837D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C0998-66AD-47D9-9DC7-3B98C6D1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向山眺望平台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E511B-8A89-46A4-9F6B-3323586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日月潭湖景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8706F-2960-4019-A637-0C8372A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56D46-C028-4B62-A764-F4920931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49F58-81F9-41CF-996D-EC527829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臺中爵士音樂節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D624D-6817-4DC7-A4F3-6E40A4FF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戶外現場音樂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726C7-5B86-4F4A-ADE0-EEEE1110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57CEE-597A-4BA8-9A8D-9C9BF47B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推薦依共同興趣評估；活動日期見第 6 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855D3-0788-4FE6-8DEA-4AD3692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4 /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3E6A4-72C1-475B-B543-460EFB63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資料基準 2026-10-19　來源 S02、S04、S08（網址見備註）</a:t>
            </a:r>
          </a:p>
        </p:txBody>
      </p:sp>
    </p:spTree>
    <p:extLst>
      <p:ext uri="{BB962C8B-B14F-4D97-AF65-F5344CB8AC3E}">
        <p14:creationId xmlns:p14="http://schemas.microsoft.com/office/powerpoint/2010/main" val="584091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05E36-5322-44EF-94AB-8F56818C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C5587-DF27-4A7C-B22F-A9F404B2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05 / 熟齡旅遊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C0B65-E6DE-4B8C-B645-2A879205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DD0B9-308F-420E-8405-426FF69D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文化欣賞 × 城市散步 × 山林景觀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C1CC5-8024-4BD0-A8AE-2F0FC35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依自己的步調，</a:t>
            </a:r>
          </a:p>
          <a:p xmlns:a="http://schemas.openxmlformats.org/drawingml/2006/main">
            <a:pPr>
              <a:def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享受喜歡的事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754EA-C60D-46ED-91DB-C0EE2458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E9456-3390-48FE-8AC3-66C23F4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ABD69-C677-4410-9345-320FDE2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大安森林公園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4C2BC-A907-450C-8734-0A2A2DF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評估短程散步與休息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130CC-B532-41A5-94BB-C5A3A1A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3E62A-8CCF-4208-94BF-431E4F5D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6C532-732C-48CA-98B8-BE45E226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北投文物館／十三行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CAF00-E881-4784-B5A5-69C3C220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依文化興趣選館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41F50-6ED1-414D-AF07-EECDDC79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D76FA-A767-40FF-A856-49A082E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FD182-9F3B-4A63-8369-6443E316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阿里山森林遊樂區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B0DCE-88BF-4C3B-9CA9-9E86A73C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依體力評估山區活動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93FA6-77B9-4CD5-82ED-BA55385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46D31-3CD2-4CAA-BD6A-3F6E6EA2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熟齡推薦為有條件建議；全程無障礙尚未驗證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8591F-5253-4F4D-B7C8-7EBF8CF9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5 /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D99DA-F548-46BA-8410-7032BD95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資料基準 2026-10-19　來源 S01、S02、S05、S06（網址見備註）</a:t>
            </a:r>
          </a:p>
        </p:txBody>
      </p:sp>
    </p:spTree>
    <p:extLst>
      <p:ext uri="{BB962C8B-B14F-4D97-AF65-F5344CB8AC3E}">
        <p14:creationId xmlns:p14="http://schemas.microsoft.com/office/powerpoint/2010/main" val="439044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FDEBB-CF9E-4EBF-8DB8-902D6B9F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F1C2E-2AA6-4FA6-825E-B6D7649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06 / 推薦方案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7AB4A-8C63-44D4-827A-19339EC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4FB6-6F2E-4938-829D-47C777AA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三項活動候選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9D922-5D86-4542-966F-CDA1C07F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用活動，</a:t>
            </a:r>
          </a:p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找到出遊主題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74FF5-A1B2-4C39-ADF5-DF44FBD1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2B290-3833-455B-9FEC-80539A4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E99F0-1B27-4F7B-9B9F-116F4CB0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日月潭花火音樂嘉年華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9C699-0DA9-4361-A76C-889A750B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2026-09-12 ～ 11-14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860C3-BA79-462C-9C7A-C3E088B6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82125-FE39-4A06-B4A9-1BF8F392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AFF60-0C8D-43BB-95DF-38988838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814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臺中爵士音樂節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225BC-082C-43DF-81B2-241175FA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2026-10-16 ～ 10-25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2D384-9210-4AB6-A52F-C6CD242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C2F58-F812-47A6-8764-26B8EB58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D5736-BC39-458A-A5E2-A90BD6CB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814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新社花海暨臺中國際花毯節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6B183-582B-4DF2-A05E-17EF917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2026-10-31 ～ 11-22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6D729-7E66-42DF-A0F3-77E624D2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A2546-738C-424B-BD11-104F1972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系列期間非每日演出；場次、花況、費用與交通待查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505BF-00EC-4BAF-9AA1-BE2414DF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6 /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DCEC6-5042-4C0D-9183-ABD302C3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資料基準 2026-10-19　來源 S07、S08、S09（網址見備註）</a:t>
            </a:r>
          </a:p>
        </p:txBody>
      </p:sp>
    </p:spTree>
    <p:extLst>
      <p:ext uri="{BB962C8B-B14F-4D97-AF65-F5344CB8AC3E}">
        <p14:creationId xmlns:p14="http://schemas.microsoft.com/office/powerpoint/2010/main" val="1048558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9C87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0062F-F6DC-44FB-98E2-45CFC8F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1FCF4-7A18-46EB-A320-723723D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07 / 旅行社的專業優勢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2EAF8-7665-47F6-96F0-23B30B9D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3F075-3BA8-4879-A310-FD29FF3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建議落實的服務流程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3F9C5-E2F1-41A3-84D2-B03CACAF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把資料，</a:t>
            </a:r>
          </a:p>
          <a:p xmlns:a="http://schemas.openxmlformats.org/drawingml/2006/main">
            <a:pPr>
              <a:def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變成可執行的安排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23EB3-C864-4757-A0DB-58BE2DDC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DFEDE-8B6E-4969-8F39-928431EC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5D6E6-2E7F-42A0-8F73-5111446F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查來源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E2F45-E181-4F44-A57F-3E48C4D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特色、日期與公告逐項核對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55A29-A1B8-420F-BF0B-789662B9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A8F8C-53F2-4DB3-9D56-7D97FECB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AAFD9-3AAB-4144-8F78-7C96D707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問需求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2DB6E-7EB8-431F-953D-278BE2CD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興趣、日期、體力與輔具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50420-C403-45A6-A3B8-F4C2D666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2CC33-544F-43F6-A0C7-7A48EA9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4F2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02E9F-1F28-455B-B87E-BB11725F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814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補細節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433C2-81C1-4F20-B84B-45C6CFD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75C"/>
                </a:solidFill>
                <a:latin typeface="Microsoft JhengHei"/>
                <a:ea typeface="Microsoft JhengHei"/>
                <a:cs typeface="Microsoft JhengHei"/>
              </a:rPr>
              <a:t>費用、開放、交通與替代安排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2ADB4-98FF-41AB-8FA0-2A238D30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DBC08-8BFA-4A7A-9998-08AF6B03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建議服務流程，非特定旅行社已具備的服務保證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FE756-E40A-448E-913B-2B86952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3E32"/>
                </a:solidFill>
                <a:latin typeface="Microsoft JhengHei"/>
                <a:ea typeface="Microsoft JhengHei"/>
                <a:cs typeface="Microsoft JhengHei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234376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057D3-3C69-420C-8377-1B750E79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TAIWAN TRAVEL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6868C-BBEA-4EF3-A951-EEF439A4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08 / 諮詢行動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18EBC-33EA-486F-A53E-6A4C08BF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519FE-A15F-4017-B26F-40C450DC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先說偏好，再討論安排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545B8-2926-4541-8DC2-0F23F938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你想怎麼旅行？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347C8-E2CB-41F2-8C3E-15C1113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01　出遊條件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E0241-2AB2-4721-BE78-58180941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日期、出發地、人數與預算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EB77F-C864-480C-9BBA-F8BCAF0A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02　旅行偏好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20C59-FC76-4F62-AF9A-0F3AEAFA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親子共學、藝文體驗或慢遊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31649-221C-4929-A040-DBD890DF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03　移動需求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BDF7F-CEB2-4736-9772-3EB70ECE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步行、休息與輔具需求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54DF8-FE3B-4F44-AE0A-D202C7FA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381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34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88C08-493A-4738-B1FF-D310F5A0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5D7BF"/>
                </a:solidFill>
                <a:latin typeface="Microsoft JhengHei"/>
                <a:ea typeface="Microsoft JhengHei"/>
                <a:cs typeface="Microsoft JhengHei"/>
              </a:rPr>
              <a:t>現場諮詢練習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9B6E7-B8E1-4FF1-9662-B6B6AEFC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099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先準備這三項，</a:t>
            </a:r>
          </a:p>
          <a:p xmlns:a="http://schemas.openxmlformats.org/drawingml/2006/main">
            <a:pPr>
              <a:defRPr sz="25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一起縮小候選範圍。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311BB-4004-480E-9459-9511A1B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3BB76"/>
                </a:solidFill>
                <a:latin typeface="Microsoft JhengHei"/>
                <a:ea typeface="Microsoft JhengHei"/>
                <a:cs typeface="Microsoft JhengHei"/>
              </a:rPr>
              <a:t>與服務人員討論需求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10668-98C9-47C1-B6E6-5708E950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978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73D95-D06E-4E53-876D-950493F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示範諮詢入口；尚未串接旅行社聯絡或名單系統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2B545-AA0B-4D16-8B82-EB043074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8F3E7"/>
                </a:solidFill>
                <a:latin typeface="Microsoft JhengHei"/>
                <a:ea typeface="Microsoft JhengHei"/>
                <a:cs typeface="Microsoft JhengHei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74006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2026-10-19T09:42:40.1290000Z</dcterms:created>
  <dcterms:modified xsi:type="dcterms:W3CDTF">2026-10-19T09:42:40.1290000Z</dcterms:modified>
</coreProperties>
</file>